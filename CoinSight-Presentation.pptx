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90FD43-EAD0-CD7D-E56C-6385882D7D3E}" name="Balaji Radhakrishnan" initials="BR" userId="S::balaji.radhakrishnan@impower.ai::7c5bf285-ca45-46d4-b270-1afe354135a9" providerId="AD"/>
  <p188:author id="{2F7BA197-FEF1-DAB4-79ED-304FB46F4F98}" name="Nicholas Camacho" initials="NC" userId="S::nick.camacho@impower.ai::410e479e-fe0f-48ca-9b75-a5939be2390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2D81B7-5439-3E44-A8C0-7CDB22BE715E}" v="1105" dt="2026-03-03T20:14:35.188"/>
    <p1510:client id="{E4D97F97-AEF0-28A4-78FB-FDEDAF91253E}" v="1325" dt="2026-03-03T17:58:50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3"/>
  </p:normalViewPr>
  <p:slideViewPr>
    <p:cSldViewPr snapToGrid="0">
      <p:cViewPr varScale="1">
        <p:scale>
          <a:sx n="157" d="100"/>
          <a:sy n="157" d="100"/>
        </p:scale>
        <p:origin x="3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ji Radhakrishnan" userId="S::balaji.radhakrishnan@impower.ai::7c5bf285-ca45-46d4-b270-1afe354135a9" providerId="AD" clId="Web-{E4D97F97-AEF0-28A4-78FB-FDEDAF91253E}"/>
    <pc:docChg chg="mod addSld delSld modSld">
      <pc:chgData name="Balaji Radhakrishnan" userId="S::balaji.radhakrishnan@impower.ai::7c5bf285-ca45-46d4-b270-1afe354135a9" providerId="AD" clId="Web-{E4D97F97-AEF0-28A4-78FB-FDEDAF91253E}" dt="2026-03-03T17:58:50.209" v="1310" actId="20577"/>
      <pc:docMkLst>
        <pc:docMk/>
      </pc:docMkLst>
      <pc:sldChg chg="modSp">
        <pc:chgData name="Balaji Radhakrishnan" userId="S::balaji.radhakrishnan@impower.ai::7c5bf285-ca45-46d4-b270-1afe354135a9" providerId="AD" clId="Web-{E4D97F97-AEF0-28A4-78FB-FDEDAF91253E}" dt="2026-03-03T17:41:09.629" v="1287" actId="20577"/>
        <pc:sldMkLst>
          <pc:docMk/>
          <pc:sldMk cId="0" sldId="256"/>
        </pc:sldMkLst>
        <pc:spChg chg="mod">
          <ac:chgData name="Balaji Radhakrishnan" userId="S::balaji.radhakrishnan@impower.ai::7c5bf285-ca45-46d4-b270-1afe354135a9" providerId="AD" clId="Web-{E4D97F97-AEF0-28A4-78FB-FDEDAF91253E}" dt="2026-03-03T17:41:09.629" v="1287" actId="20577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add del">
        <pc:chgData name="Balaji Radhakrishnan" userId="S::balaji.radhakrishnan@impower.ai::7c5bf285-ca45-46d4-b270-1afe354135a9" providerId="AD" clId="Web-{E4D97F97-AEF0-28A4-78FB-FDEDAF91253E}" dt="2026-03-03T17:58:50.209" v="1310" actId="20577"/>
        <pc:sldMkLst>
          <pc:docMk/>
          <pc:sldMk cId="0" sldId="258"/>
        </pc:sldMkLst>
        <pc:spChg chg="mod">
          <ac:chgData name="Balaji Radhakrishnan" userId="S::balaji.radhakrishnan@impower.ai::7c5bf285-ca45-46d4-b270-1afe354135a9" providerId="AD" clId="Web-{E4D97F97-AEF0-28A4-78FB-FDEDAF91253E}" dt="2026-03-03T17:12:57.331" v="9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7:58:50.209" v="1310" actId="20577"/>
          <ac:spMkLst>
            <pc:docMk/>
            <pc:sldMk cId="0" sldId="258"/>
            <ac:spMk id="10" creationId="{00000000-0000-0000-0000-000000000000}"/>
          </ac:spMkLst>
        </pc:spChg>
        <pc:spChg chg="del">
          <ac:chgData name="Balaji Radhakrishnan" userId="S::balaji.radhakrishnan@impower.ai::7c5bf285-ca45-46d4-b270-1afe354135a9" providerId="AD" clId="Web-{E4D97F97-AEF0-28A4-78FB-FDEDAF91253E}" dt="2026-03-03T17:09:52.099" v="874"/>
          <ac:spMkLst>
            <pc:docMk/>
            <pc:sldMk cId="0" sldId="258"/>
            <ac:spMk id="11" creationId="{00000000-0000-0000-0000-000000000000}"/>
          </ac:spMkLst>
        </pc:spChg>
        <pc:spChg chg="add del mod">
          <ac:chgData name="Balaji Radhakrishnan" userId="S::balaji.radhakrishnan@impower.ai::7c5bf285-ca45-46d4-b270-1afe354135a9" providerId="AD" clId="Web-{E4D97F97-AEF0-28A4-78FB-FDEDAF91253E}" dt="2026-03-03T17:12:50.330" v="909"/>
          <ac:spMkLst>
            <pc:docMk/>
            <pc:sldMk cId="0" sldId="258"/>
            <ac:spMk id="13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6:57:18.217" v="569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Balaji Radhakrishnan" userId="S::balaji.radhakrishnan@impower.ai::7c5bf285-ca45-46d4-b270-1afe354135a9" providerId="AD" clId="Web-{E4D97F97-AEF0-28A4-78FB-FDEDAF91253E}" dt="2026-03-03T17:09:09.004" v="869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Balaji Radhakrishnan" userId="S::balaji.radhakrishnan@impower.ai::7c5bf285-ca45-46d4-b270-1afe354135a9" providerId="AD" clId="Web-{E4D97F97-AEF0-28A4-78FB-FDEDAF91253E}" dt="2026-03-03T17:09:12.270" v="872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Balaji Radhakrishnan" userId="S::balaji.radhakrishnan@impower.ai::7c5bf285-ca45-46d4-b270-1afe354135a9" providerId="AD" clId="Web-{E4D97F97-AEF0-28A4-78FB-FDEDAF91253E}" dt="2026-03-03T17:09:13.630" v="873"/>
          <ac:spMkLst>
            <pc:docMk/>
            <pc:sldMk cId="0" sldId="258"/>
            <ac:spMk id="17" creationId="{00000000-0000-0000-0000-000000000000}"/>
          </ac:spMkLst>
        </pc:spChg>
        <pc:spChg chg="add del mod">
          <ac:chgData name="Balaji Radhakrishnan" userId="S::balaji.radhakrishnan@impower.ai::7c5bf285-ca45-46d4-b270-1afe354135a9" providerId="AD" clId="Web-{E4D97F97-AEF0-28A4-78FB-FDEDAF91253E}" dt="2026-03-03T17:12:38.250" v="902"/>
          <ac:spMkLst>
            <pc:docMk/>
            <pc:sldMk cId="0" sldId="258"/>
            <ac:spMk id="18" creationId="{F863A4B2-A0BA-E0FB-D11A-6DDF3438EE9B}"/>
          </ac:spMkLst>
        </pc:spChg>
        <pc:spChg chg="add mod">
          <ac:chgData name="Balaji Radhakrishnan" userId="S::balaji.radhakrishnan@impower.ai::7c5bf285-ca45-46d4-b270-1afe354135a9" providerId="AD" clId="Web-{E4D97F97-AEF0-28A4-78FB-FDEDAF91253E}" dt="2026-03-03T17:12:56.456" v="910" actId="1076"/>
          <ac:spMkLst>
            <pc:docMk/>
            <pc:sldMk cId="0" sldId="258"/>
            <ac:spMk id="19" creationId="{CD6B225E-FE31-EA47-8708-E589779E9F11}"/>
          </ac:spMkLst>
        </pc:spChg>
        <pc:spChg chg="add mod">
          <ac:chgData name="Balaji Radhakrishnan" userId="S::balaji.radhakrishnan@impower.ai::7c5bf285-ca45-46d4-b270-1afe354135a9" providerId="AD" clId="Web-{E4D97F97-AEF0-28A4-78FB-FDEDAF91253E}" dt="2026-03-03T17:13:14.192" v="926" actId="20577"/>
          <ac:spMkLst>
            <pc:docMk/>
            <pc:sldMk cId="0" sldId="258"/>
            <ac:spMk id="20" creationId="{290311ED-D433-9E8F-7192-A57DF931DDDA}"/>
          </ac:spMkLst>
        </pc:spChg>
        <pc:spChg chg="add del">
          <ac:chgData name="Balaji Radhakrishnan" userId="S::balaji.radhakrishnan@impower.ai::7c5bf285-ca45-46d4-b270-1afe354135a9" providerId="AD" clId="Web-{E4D97F97-AEF0-28A4-78FB-FDEDAF91253E}" dt="2026-03-03T17:13:21.614" v="928"/>
          <ac:spMkLst>
            <pc:docMk/>
            <pc:sldMk cId="0" sldId="258"/>
            <ac:spMk id="21" creationId="{D1EF3FAA-0C7D-B423-A466-E647FEA5E344}"/>
          </ac:spMkLst>
        </pc:spChg>
        <pc:spChg chg="add mod">
          <ac:chgData name="Balaji Radhakrishnan" userId="S::balaji.radhakrishnan@impower.ai::7c5bf285-ca45-46d4-b270-1afe354135a9" providerId="AD" clId="Web-{E4D97F97-AEF0-28A4-78FB-FDEDAF91253E}" dt="2026-03-03T17:41:30.520" v="1289" actId="20577"/>
          <ac:spMkLst>
            <pc:docMk/>
            <pc:sldMk cId="0" sldId="258"/>
            <ac:spMk id="22" creationId="{4195B12A-E5ED-3585-9808-66D1C9C28255}"/>
          </ac:spMkLst>
        </pc:spChg>
      </pc:sldChg>
      <pc:sldChg chg="modSp">
        <pc:chgData name="Balaji Radhakrishnan" userId="S::balaji.radhakrishnan@impower.ai::7c5bf285-ca45-46d4-b270-1afe354135a9" providerId="AD" clId="Web-{E4D97F97-AEF0-28A4-78FB-FDEDAF91253E}" dt="2026-03-03T16:46:52.747" v="119" actId="20577"/>
        <pc:sldMkLst>
          <pc:docMk/>
          <pc:sldMk cId="0" sldId="259"/>
        </pc:sldMkLst>
        <pc:spChg chg="mod">
          <ac:chgData name="Balaji Radhakrishnan" userId="S::balaji.radhakrishnan@impower.ai::7c5bf285-ca45-46d4-b270-1afe354135a9" providerId="AD" clId="Web-{E4D97F97-AEF0-28A4-78FB-FDEDAF91253E}" dt="2026-03-03T16:46:52.747" v="119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">
        <pc:chgData name="Balaji Radhakrishnan" userId="S::balaji.radhakrishnan@impower.ai::7c5bf285-ca45-46d4-b270-1afe354135a9" providerId="AD" clId="Web-{E4D97F97-AEF0-28A4-78FB-FDEDAF91253E}" dt="2026-03-03T17:37:56.343" v="1281" actId="20577"/>
        <pc:sldMkLst>
          <pc:docMk/>
          <pc:sldMk cId="0" sldId="260"/>
        </pc:sldMkLst>
        <pc:spChg chg="mod">
          <ac:chgData name="Balaji Radhakrishnan" userId="S::balaji.radhakrishnan@impower.ai::7c5bf285-ca45-46d4-b270-1afe354135a9" providerId="AD" clId="Web-{E4D97F97-AEF0-28A4-78FB-FDEDAF91253E}" dt="2026-03-03T17:37:56.343" v="1281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7:32:56.721" v="1239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">
        <pc:chgData name="Balaji Radhakrishnan" userId="S::balaji.radhakrishnan@impower.ai::7c5bf285-ca45-46d4-b270-1afe354135a9" providerId="AD" clId="Web-{E4D97F97-AEF0-28A4-78FB-FDEDAF91253E}" dt="2026-03-03T17:12:25.108" v="898" actId="20577"/>
        <pc:sldMkLst>
          <pc:docMk/>
          <pc:sldMk cId="0" sldId="261"/>
        </pc:sldMkLst>
        <pc:spChg chg="mod">
          <ac:chgData name="Balaji Radhakrishnan" userId="S::balaji.radhakrishnan@impower.ai::7c5bf285-ca45-46d4-b270-1afe354135a9" providerId="AD" clId="Web-{E4D97F97-AEF0-28A4-78FB-FDEDAF91253E}" dt="2026-03-03T17:12:25.108" v="898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Balaji Radhakrishnan" userId="S::balaji.radhakrishnan@impower.ai::7c5bf285-ca45-46d4-b270-1afe354135a9" providerId="AD" clId="Web-{E4D97F97-AEF0-28A4-78FB-FDEDAF91253E}" dt="2026-03-03T17:19:41.465" v="1025" actId="20577"/>
        <pc:sldMkLst>
          <pc:docMk/>
          <pc:sldMk cId="0" sldId="262"/>
        </pc:sldMkLst>
        <pc:spChg chg="mod">
          <ac:chgData name="Balaji Radhakrishnan" userId="S::balaji.radhakrishnan@impower.ai::7c5bf285-ca45-46d4-b270-1afe354135a9" providerId="AD" clId="Web-{E4D97F97-AEF0-28A4-78FB-FDEDAF91253E}" dt="2026-03-03T17:02:30.745" v="647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7:18:33.807" v="100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7:19:41.465" v="1025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7:18:36.947" v="1008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Balaji Radhakrishnan" userId="S::balaji.radhakrishnan@impower.ai::7c5bf285-ca45-46d4-b270-1afe354135a9" providerId="AD" clId="Web-{E4D97F97-AEF0-28A4-78FB-FDEDAF91253E}" dt="2026-03-03T17:17:03.693" v="949" actId="20577"/>
          <ac:spMkLst>
            <pc:docMk/>
            <pc:sldMk cId="0" sldId="262"/>
            <ac:spMk id="19" creationId="{00000000-0000-0000-0000-000000000000}"/>
          </ac:spMkLst>
        </pc:spChg>
      </pc:sldChg>
      <pc:sldChg chg="add del replId">
        <pc:chgData name="Balaji Radhakrishnan" userId="S::balaji.radhakrishnan@impower.ai::7c5bf285-ca45-46d4-b270-1afe354135a9" providerId="AD" clId="Web-{E4D97F97-AEF0-28A4-78FB-FDEDAF91253E}" dt="2026-03-03T17:12:40.516" v="904"/>
        <pc:sldMkLst>
          <pc:docMk/>
          <pc:sldMk cId="2598754145" sldId="265"/>
        </pc:sldMkLst>
      </pc:sldChg>
    </pc:docChg>
  </pc:docChgLst>
  <pc:docChgLst>
    <pc:chgData name="Nicholas Camacho" userId="410e479e-fe0f-48ca-9b75-a5939be2390f" providerId="ADAL" clId="{6368DF94-3BAE-5D20-B2AA-6F7DC54B2B02}"/>
    <pc:docChg chg="undo custSel modSld">
      <pc:chgData name="Nicholas Camacho" userId="410e479e-fe0f-48ca-9b75-a5939be2390f" providerId="ADAL" clId="{6368DF94-3BAE-5D20-B2AA-6F7DC54B2B02}" dt="2026-03-04T13:52:36.872" v="1150" actId="20577"/>
      <pc:docMkLst>
        <pc:docMk/>
      </pc:docMkLst>
      <pc:sldChg chg="addSp delSp modSp mod">
        <pc:chgData name="Nicholas Camacho" userId="410e479e-fe0f-48ca-9b75-a5939be2390f" providerId="ADAL" clId="{6368DF94-3BAE-5D20-B2AA-6F7DC54B2B02}" dt="2026-03-03T18:58:10.070" v="1145" actId="478"/>
        <pc:sldMkLst>
          <pc:docMk/>
          <pc:sldMk cId="0" sldId="256"/>
        </pc:sldMkLst>
        <pc:spChg chg="add del">
          <ac:chgData name="Nicholas Camacho" userId="410e479e-fe0f-48ca-9b75-a5939be2390f" providerId="ADAL" clId="{6368DF94-3BAE-5D20-B2AA-6F7DC54B2B02}" dt="2026-03-03T18:58:10.070" v="1145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6:36:52.461" v="207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6:33:02.236" v="8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6:34:10.845" v="147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6:34:39.051" v="182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8:08:49.541" v="1089" actId="14100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Nicholas Camacho" userId="410e479e-fe0f-48ca-9b75-a5939be2390f" providerId="ADAL" clId="{6368DF94-3BAE-5D20-B2AA-6F7DC54B2B02}" dt="2026-03-04T13:52:36.872" v="1150" actId="20577"/>
        <pc:sldMkLst>
          <pc:docMk/>
          <pc:sldMk cId="0" sldId="257"/>
        </pc:sldMkLst>
        <pc:spChg chg="mod">
          <ac:chgData name="Nicholas Camacho" userId="410e479e-fe0f-48ca-9b75-a5939be2390f" providerId="ADAL" clId="{6368DF94-3BAE-5D20-B2AA-6F7DC54B2B02}" dt="2026-03-03T18:31:23.947" v="113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22:34.657" v="918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13:56.186" v="746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14:02.604" v="753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4T13:52:36.872" v="1150" actId="20577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Nicholas Camacho" userId="410e479e-fe0f-48ca-9b75-a5939be2390f" providerId="ADAL" clId="{6368DF94-3BAE-5D20-B2AA-6F7DC54B2B02}" dt="2026-03-03T17:13:53.082" v="745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13:50.516" v="744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13:48.541" v="743" actId="20577"/>
          <ac:spMkLst>
            <pc:docMk/>
            <pc:sldMk cId="0" sldId="257"/>
            <ac:spMk id="17" creationId="{00000000-0000-0000-0000-000000000000}"/>
          </ac:spMkLst>
        </pc:spChg>
        <pc:spChg chg="add del mod">
          <ac:chgData name="Nicholas Camacho" userId="410e479e-fe0f-48ca-9b75-a5939be2390f" providerId="ADAL" clId="{6368DF94-3BAE-5D20-B2AA-6F7DC54B2B02}" dt="2026-03-03T17:22:23.561" v="915" actId="478"/>
          <ac:spMkLst>
            <pc:docMk/>
            <pc:sldMk cId="0" sldId="257"/>
            <ac:spMk id="18" creationId="{51097324-DA90-1679-B71B-CD376840FBC1}"/>
          </ac:spMkLst>
        </pc:spChg>
        <pc:spChg chg="add del mod">
          <ac:chgData name="Nicholas Camacho" userId="410e479e-fe0f-48ca-9b75-a5939be2390f" providerId="ADAL" clId="{6368DF94-3BAE-5D20-B2AA-6F7DC54B2B02}" dt="2026-03-03T17:22:25.060" v="916" actId="478"/>
          <ac:spMkLst>
            <pc:docMk/>
            <pc:sldMk cId="0" sldId="257"/>
            <ac:spMk id="19" creationId="{260647FC-26F8-5661-5342-9A4E2B5AB1E8}"/>
          </ac:spMkLst>
        </pc:spChg>
        <pc:spChg chg="add del mod">
          <ac:chgData name="Nicholas Camacho" userId="410e479e-fe0f-48ca-9b75-a5939be2390f" providerId="ADAL" clId="{6368DF94-3BAE-5D20-B2AA-6F7DC54B2B02}" dt="2026-03-03T17:22:26.461" v="917" actId="478"/>
          <ac:spMkLst>
            <pc:docMk/>
            <pc:sldMk cId="0" sldId="257"/>
            <ac:spMk id="20" creationId="{C1D1F657-AA61-23EB-ABD3-8B491B02464B}"/>
          </ac:spMkLst>
        </pc:spChg>
      </pc:sldChg>
      <pc:sldChg chg="modSp mod">
        <pc:chgData name="Nicholas Camacho" userId="410e479e-fe0f-48ca-9b75-a5939be2390f" providerId="ADAL" clId="{6368DF94-3BAE-5D20-B2AA-6F7DC54B2B02}" dt="2026-03-03T18:31:11.363" v="1121" actId="20577"/>
        <pc:sldMkLst>
          <pc:docMk/>
          <pc:sldMk cId="0" sldId="258"/>
        </pc:sldMkLst>
        <pc:spChg chg="mod">
          <ac:chgData name="Nicholas Camacho" userId="410e479e-fe0f-48ca-9b75-a5939be2390f" providerId="ADAL" clId="{6368DF94-3BAE-5D20-B2AA-6F7DC54B2B02}" dt="2026-03-03T18:31:05.852" v="1113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8:31:11.363" v="1121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Nicholas Camacho" userId="410e479e-fe0f-48ca-9b75-a5939be2390f" providerId="ADAL" clId="{6368DF94-3BAE-5D20-B2AA-6F7DC54B2B02}" dt="2026-03-03T17:06:50.856" v="742" actId="20577"/>
        <pc:sldMkLst>
          <pc:docMk/>
          <pc:sldMk cId="0" sldId="260"/>
        </pc:sldMkLst>
        <pc:spChg chg="mod">
          <ac:chgData name="Nicholas Camacho" userId="410e479e-fe0f-48ca-9b75-a5939be2390f" providerId="ADAL" clId="{6368DF94-3BAE-5D20-B2AA-6F7DC54B2B02}" dt="2026-03-03T17:06:50.856" v="742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6:53:17.758" v="337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Nicholas Camacho" userId="410e479e-fe0f-48ca-9b75-a5939be2390f" providerId="ADAL" clId="{6368DF94-3BAE-5D20-B2AA-6F7DC54B2B02}" dt="2026-03-03T18:03:02.044" v="1085" actId="1076"/>
        <pc:sldMkLst>
          <pc:docMk/>
          <pc:sldMk cId="0" sldId="261"/>
        </pc:sldMkLst>
        <pc:spChg chg="mod">
          <ac:chgData name="Nicholas Camacho" userId="410e479e-fe0f-48ca-9b75-a5939be2390f" providerId="ADAL" clId="{6368DF94-3BAE-5D20-B2AA-6F7DC54B2B02}" dt="2026-03-03T18:03:02.044" v="1085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8:02:57.077" v="108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42:58.436" v="930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53:55.512" v="1083" actId="25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43:53.958" v="934" actId="20577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Nicholas Camacho" userId="410e479e-fe0f-48ca-9b75-a5939be2390f" providerId="ADAL" clId="{6368DF94-3BAE-5D20-B2AA-6F7DC54B2B02}" dt="2026-03-03T18:18:56.704" v="1091" actId="207"/>
        <pc:sldMkLst>
          <pc:docMk/>
          <pc:sldMk cId="0" sldId="262"/>
        </pc:sldMkLst>
        <pc:spChg chg="mod">
          <ac:chgData name="Nicholas Camacho" userId="410e479e-fe0f-48ca-9b75-a5939be2390f" providerId="ADAL" clId="{6368DF94-3BAE-5D20-B2AA-6F7DC54B2B02}" dt="2026-03-03T17:01:05.737" v="437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7:03:10.966" v="709" actId="20577"/>
          <ac:spMkLst>
            <pc:docMk/>
            <pc:sldMk cId="0" sldId="262"/>
            <ac:spMk id="19" creationId="{00000000-0000-0000-0000-000000000000}"/>
          </ac:spMkLst>
        </pc:spChg>
        <pc:picChg chg="mod">
          <ac:chgData name="Nicholas Camacho" userId="410e479e-fe0f-48ca-9b75-a5939be2390f" providerId="ADAL" clId="{6368DF94-3BAE-5D20-B2AA-6F7DC54B2B02}" dt="2026-03-03T18:18:56.704" v="1091" actId="207"/>
          <ac:picMkLst>
            <pc:docMk/>
            <pc:sldMk cId="0" sldId="262"/>
            <ac:picMk id="7" creationId="{00000000-0000-0000-0000-000000000000}"/>
          </ac:picMkLst>
        </pc:picChg>
      </pc:sldChg>
      <pc:sldChg chg="delSp mod">
        <pc:chgData name="Nicholas Camacho" userId="410e479e-fe0f-48ca-9b75-a5939be2390f" providerId="ADAL" clId="{6368DF94-3BAE-5D20-B2AA-6F7DC54B2B02}" dt="2026-03-03T18:31:55.918" v="1139" actId="478"/>
        <pc:sldMkLst>
          <pc:docMk/>
          <pc:sldMk cId="0" sldId="263"/>
        </pc:sldMkLst>
        <pc:spChg chg="del">
          <ac:chgData name="Nicholas Camacho" userId="410e479e-fe0f-48ca-9b75-a5939be2390f" providerId="ADAL" clId="{6368DF94-3BAE-5D20-B2AA-6F7DC54B2B02}" dt="2026-03-03T18:31:55.918" v="1139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mod">
        <pc:chgData name="Nicholas Camacho" userId="410e479e-fe0f-48ca-9b75-a5939be2390f" providerId="ADAL" clId="{6368DF94-3BAE-5D20-B2AA-6F7DC54B2B02}" dt="2026-03-03T18:32:21.044" v="1143" actId="1076"/>
        <pc:sldMkLst>
          <pc:docMk/>
          <pc:sldMk cId="0" sldId="264"/>
        </pc:sldMkLst>
        <pc:spChg chg="del">
          <ac:chgData name="Nicholas Camacho" userId="410e479e-fe0f-48ca-9b75-a5939be2390f" providerId="ADAL" clId="{6368DF94-3BAE-5D20-B2AA-6F7DC54B2B02}" dt="2026-03-03T18:32:03.518" v="1140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8:32:21.044" v="1143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Nicholas Camacho" userId="410e479e-fe0f-48ca-9b75-a5939be2390f" providerId="ADAL" clId="{6368DF94-3BAE-5D20-B2AA-6F7DC54B2B02}" dt="2026-03-03T18:32:17.708" v="1142" actId="1076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966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7931A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1828800"/>
            <a:ext cx="3657600" cy="3657600"/>
          </a:xfrm>
          <a:prstGeom prst="ellipse">
            <a:avLst/>
          </a:prstGeom>
          <a:solidFill>
            <a:srgbClr val="4169E1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solidFill>
            <a:srgbClr val="F7931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IMPOWER.AI COHORT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 Dashboard</a:t>
            </a:r>
            <a:endParaRPr lang="en-US" sz="480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7931A"/>
                </a:solidFill>
                <a:latin typeface="Arial" pitchFamily="34" charset="0"/>
                <a:cs typeface="Arial" pitchFamily="34" charset="-120"/>
              </a:rPr>
              <a:t>Full-Stack Data Pipeline + AI Assistant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Camacho &amp; Balaji Radhakrishnan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4389120"/>
            <a:ext cx="888796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err="1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Next.js</a:t>
            </a:r>
            <a:r>
              <a:rPr lang="en-US" sz="1200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  · TypeScript · React · C# .NET 8  · Python · SQL Server  ·  DBT  ·  Docker  ·  </a:t>
            </a:r>
            <a:r>
              <a:rPr lang="en-US" sz="1200" err="1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Vercel</a:t>
            </a:r>
            <a:r>
              <a:rPr lang="en-US" sz="1200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 AI SDK</a:t>
            </a:r>
            <a:endParaRPr lang="en-US" sz="1200"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Nick Camacho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11430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Analyst· impower.ai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384048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914400" y="2103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</a:rPr>
              <a:t>Lewis Center, OH  ·  Olentangy Berlin HS C/O 2020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r>
              <a:rPr lang="en-US" sz="1200">
                <a:solidFill>
                  <a:srgbClr val="475569"/>
                </a:solidFill>
              </a:rPr>
              <a:t>- Trade school → HVAC Tech in Cincinnati </a:t>
            </a:r>
            <a:r>
              <a:rPr lang="en-US" sz="900">
                <a:solidFill>
                  <a:srgbClr val="475569"/>
                </a:solidFill>
              </a:rPr>
              <a:t>(2021-2022)</a:t>
            </a:r>
            <a:endParaRPr lang="en-US" sz="9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- Pivoted to software development </a:t>
            </a:r>
            <a:r>
              <a:rPr lang="en-US" sz="900">
                <a:solidFill>
                  <a:srgbClr val="475569"/>
                </a:solidFill>
              </a:rPr>
              <a:t>(Late 2022)</a:t>
            </a:r>
            <a:endParaRPr lang="en-US" sz="9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- Tech Elevator Bootcamp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- Columbus State Community College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7931A"/>
                </a:solidFill>
              </a:rPr>
              <a:t>-Consulting (</a:t>
            </a:r>
            <a:r>
              <a:rPr lang="en-US" sz="1200" b="1" err="1">
                <a:solidFill>
                  <a:srgbClr val="F7931A"/>
                </a:solidFill>
              </a:rPr>
              <a:t>JetPlane.ai</a:t>
            </a:r>
            <a:r>
              <a:rPr lang="en-US" sz="1200" b="1">
                <a:solidFill>
                  <a:srgbClr val="F7931A"/>
                </a:solidFill>
              </a:rPr>
              <a:t>) → Analyst (</a:t>
            </a:r>
            <a:r>
              <a:rPr lang="en-US" sz="1200" b="1" err="1">
                <a:solidFill>
                  <a:srgbClr val="F7931A"/>
                </a:solidFill>
              </a:rPr>
              <a:t>impower.ai</a:t>
            </a:r>
            <a:r>
              <a:rPr lang="en-US" sz="1200" b="1">
                <a:solidFill>
                  <a:srgbClr val="F7931A"/>
                </a:solidFill>
              </a:rPr>
              <a:t>) -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663440" y="1463039"/>
            <a:ext cx="3840480" cy="320039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3840480" cy="54864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Hobbies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4937760" y="2139696"/>
            <a:ext cx="3291840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Sports – Tennis, MMA, Football</a:t>
            </a:r>
          </a:p>
          <a:p>
            <a:pPr marL="0" indent="0">
              <a:buNone/>
            </a:pPr>
            <a:endParaRPr lang="en-US" sz="1200" dirty="0">
              <a:solidFill>
                <a:srgbClr val="475569"/>
              </a:solidFill>
            </a:endParaRPr>
          </a:p>
          <a:p>
            <a:pPr marL="0" indent="0">
              <a:buNone/>
            </a:pPr>
            <a:endParaRPr lang="en-US" sz="1200">
              <a:solidFill>
                <a:srgbClr val="475569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App </a:t>
            </a:r>
            <a:r>
              <a:rPr lang="en-US" sz="1200" dirty="0">
                <a:solidFill>
                  <a:srgbClr val="475569"/>
                </a:solidFill>
              </a:rPr>
              <a:t>Development – OCTA Fantasy MMA </a:t>
            </a:r>
          </a:p>
          <a:p>
            <a:pPr marL="0" indent="0">
              <a:buNone/>
            </a:pPr>
            <a:endParaRPr lang="en-US" sz="1200" dirty="0">
              <a:solidFill>
                <a:srgbClr val="475569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475569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Video Games – Rocket League</a:t>
            </a:r>
          </a:p>
        </p:txBody>
      </p:sp>
      <p:sp>
        <p:nvSpPr>
          <p:cNvPr id="16" name="Text 13"/>
          <p:cNvSpPr/>
          <p:nvPr/>
        </p:nvSpPr>
        <p:spPr>
          <a:xfrm>
            <a:off x="49377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4937760" y="328987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Balaji Radhakrishnan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11430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impower.ai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384048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914400" y="2253411"/>
            <a:ext cx="3291840" cy="2109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Dublin, OH · Dublin Jerome HS 2020-2022</a:t>
            </a:r>
          </a:p>
          <a:p>
            <a:r>
              <a:rPr lang="en-US" sz="1200">
                <a:solidFill>
                  <a:srgbClr val="94A3B8"/>
                </a:solidFill>
                <a:ea typeface="Calibri"/>
                <a:cs typeface="Calibri"/>
              </a:rPr>
              <a:t>Columbus, OH – Ohio State University 2022-2025</a:t>
            </a:r>
          </a:p>
          <a:p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 first got fascinated with programming when I was 11 since I learned Minecraft was made with Java so I wanted to learn Java as my first programming language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sz="12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 took many programming classes during middle and high school and enjoyed them so much that I wanted to do it as a career</a:t>
            </a:r>
            <a:br>
              <a:rPr lang="en-US" sz="1200">
                <a:ea typeface="Calibri"/>
                <a:cs typeface="Calibri"/>
              </a:rPr>
            </a:br>
            <a:br>
              <a:rPr lang="en-US" sz="1200">
                <a:solidFill>
                  <a:srgbClr val="94A3B8"/>
                </a:solidFill>
                <a:ea typeface="Calibri"/>
                <a:cs typeface="Calibri"/>
              </a:rPr>
            </a:br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3840480" cy="54864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1996189"/>
            <a:ext cx="3291840" cy="65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i="1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D6B225E-FE31-EA47-8708-E589779E9F11}"/>
              </a:ext>
            </a:extLst>
          </p:cNvPr>
          <p:cNvSpPr/>
          <p:nvPr/>
        </p:nvSpPr>
        <p:spPr>
          <a:xfrm>
            <a:off x="4663440" y="152019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90311ED-D433-9E8F-7192-A57DF931DDDA}"/>
              </a:ext>
            </a:extLst>
          </p:cNvPr>
          <p:cNvSpPr/>
          <p:nvPr/>
        </p:nvSpPr>
        <p:spPr>
          <a:xfrm>
            <a:off x="4806315" y="1628775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Arial"/>
                <a:cs typeface="Arial"/>
              </a:rPr>
              <a:t>Hobbies</a:t>
            </a:r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4195B12A-E5ED-3585-9808-66D1C9C28255}"/>
              </a:ext>
            </a:extLst>
          </p:cNvPr>
          <p:cNvSpPr/>
          <p:nvPr/>
        </p:nvSpPr>
        <p:spPr>
          <a:xfrm>
            <a:off x="4874895" y="2064816"/>
            <a:ext cx="3291840" cy="2109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 love to play Chess</a:t>
            </a:r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endParaRPr lang="en-US" sz="12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 can solve a Rubix's cube in under 30 seconds</a:t>
            </a:r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endParaRPr lang="en-US" sz="120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Calibri"/>
                <a:cs typeface="Calibri"/>
              </a:rPr>
              <a:t>I love to play strategy-based video games and I reached Grandmaster in League of Legends which is the top 1000 out of 1.8 million competitors in North America (top 0.05%)</a:t>
            </a:r>
            <a:br>
              <a:rPr lang="en-US" sz="1200">
                <a:ea typeface="Calibri"/>
                <a:cs typeface="Calibri"/>
              </a:rPr>
            </a:br>
            <a:br>
              <a:rPr lang="en-US" sz="1200">
                <a:solidFill>
                  <a:srgbClr val="94A3B8"/>
                </a:solidFill>
                <a:ea typeface="Calibri"/>
                <a:cs typeface="Calibri"/>
              </a:rPr>
            </a:br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 &amp; Approach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crypto dashboard powered by a medallion data pipeline and AI assistant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64008" cy="132588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Frontend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137160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 with Playwright E2E tests using Page Object Model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64008" cy="1325880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API</a:t>
            </a:r>
            <a:endParaRPr lang="en-US" sz="1500"/>
          </a:p>
        </p:txBody>
      </p:sp>
      <p:sp>
        <p:nvSpPr>
          <p:cNvPr id="14" name="Text 10"/>
          <p:cNvSpPr/>
          <p:nvPr/>
        </p:nvSpPr>
        <p:spPr>
          <a:xfrm>
            <a:off x="539496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.NET 8 REST API using C# with Swagger, DI, and integration tests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080" y="301752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64008" cy="132588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461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Data Pipeline</a:t>
            </a:r>
            <a:endParaRPr lang="en-US" sz="1500"/>
          </a:p>
        </p:txBody>
      </p:sp>
      <p:sp>
        <p:nvSpPr>
          <p:cNvPr id="19" name="Text 14"/>
          <p:cNvSpPr/>
          <p:nvPr/>
        </p:nvSpPr>
        <p:spPr>
          <a:xfrm>
            <a:off x="137160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medallion architecture: Bronze → Silver → Gold with auto-refresh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4663440" y="301752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63440" y="3017520"/>
            <a:ext cx="64008" cy="1325880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461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AI Agent</a:t>
            </a:r>
            <a:endParaRPr lang="en-US" sz="1500"/>
          </a:p>
        </p:txBody>
      </p:sp>
      <p:sp>
        <p:nvSpPr>
          <p:cNvPr id="24" name="Text 18"/>
          <p:cNvSpPr/>
          <p:nvPr/>
        </p:nvSpPr>
        <p:spPr>
          <a:xfrm>
            <a:off x="539496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 with grounded tool calls, guardrails, and eval suite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Knew vs. Didn't Know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840480" cy="502920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Knew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>
                <a:solidFill>
                  <a:srgbClr val="334155"/>
                </a:solidFill>
              </a:rPr>
              <a:t>Frontend Development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</a:rPr>
              <a:t>React, Next.js, Tailwind CSS, component architecture</a:t>
            </a:r>
            <a:endParaRPr lang="en-US" sz="1300"/>
          </a:p>
          <a:p>
            <a:pPr marL="0" indent="0">
              <a:buNone/>
            </a:pPr>
            <a:endParaRPr lang="en-US" sz="1100">
              <a:solidFill>
                <a:srgbClr val="94A3B8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1300" b="1">
                <a:solidFill>
                  <a:srgbClr val="334155"/>
                </a:solidFill>
                <a:ea typeface="Calibri"/>
                <a:cs typeface="Calibri"/>
              </a:rPr>
              <a:t>Backend Development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94A3B8"/>
                </a:solidFill>
                <a:ea typeface="Calibri"/>
                <a:cs typeface="Calibri"/>
              </a:rPr>
              <a:t>Express.js, Python, Ruby on Rails, Spring Boot Java, MVC architecture</a:t>
            </a:r>
          </a:p>
          <a:p>
            <a:endParaRPr lang="en-US" sz="11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300" b="1">
                <a:solidFill>
                  <a:srgbClr val="334155"/>
                </a:solidFill>
              </a:rPr>
              <a:t>AI Agent Concepts</a:t>
            </a:r>
            <a:endParaRPr lang="en-US" sz="1300"/>
          </a:p>
          <a:p>
            <a:r>
              <a:rPr lang="en-US" sz="1100">
                <a:solidFill>
                  <a:srgbClr val="94A3B8"/>
                </a:solidFill>
              </a:rPr>
              <a:t>Prior experience with AI agents and tool calling patterns (Such as our Book Recommendation Agent project)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840480" cy="50292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New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>
                <a:solidFill>
                  <a:srgbClr val="334155"/>
                </a:solidFill>
              </a:rPr>
              <a:t>DBT &amp; Medallion Architecture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</a:rPr>
              <a:t>Bronze → Silver → Gold transformation pipeline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 b="1">
                <a:solidFill>
                  <a:srgbClr val="334155"/>
                </a:solidFill>
              </a:rPr>
              <a:t>.NET 8 / C#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</a:rPr>
              <a:t>Dependency injection, interfaces, async patterns</a:t>
            </a: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3 Takeaways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79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097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2103120" y="1527503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94A3B8"/>
                </a:solidFill>
                <a:latin typeface="Calibri"/>
                <a:cs typeface="Calibri"/>
              </a:rPr>
              <a:t>Medallion architecture separates concerns for data the same way MVC does for code. Bronze holds raw JSON from </a:t>
            </a:r>
            <a:r>
              <a:rPr lang="en-US" sz="1100" err="1">
                <a:solidFill>
                  <a:srgbClr val="94A3B8"/>
                </a:solidFill>
                <a:latin typeface="Calibri"/>
                <a:cs typeface="Calibri"/>
              </a:rPr>
              <a:t>CoinGecko</a:t>
            </a:r>
            <a:r>
              <a:rPr lang="en-US" sz="1100">
                <a:solidFill>
                  <a:srgbClr val="94A3B8"/>
                </a:solidFill>
                <a:latin typeface="Calibri"/>
                <a:cs typeface="Calibri"/>
              </a:rPr>
              <a:t>, Silver deduplicates and type-casts it, Gold aggregates it into portfolio totals and rankings. When something breaks, you know exactly which layer to look at.</a:t>
            </a:r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4169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6517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238887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Awareness</a:t>
            </a:r>
            <a:endParaRPr lang="en-US" sz="1600"/>
          </a:p>
        </p:txBody>
      </p:sp>
      <p:sp>
        <p:nvSpPr>
          <p:cNvPr id="15" name="Text 11"/>
          <p:cNvSpPr/>
          <p:nvPr/>
        </p:nvSpPr>
        <p:spPr>
          <a:xfrm>
            <a:off x="2103120" y="2669459"/>
            <a:ext cx="6126480" cy="712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94A3B8"/>
                </a:solidFill>
                <a:latin typeface="Calibri"/>
                <a:cs typeface="Calibri"/>
              </a:rPr>
              <a:t>Building the full stack showed how each layer depends on the one below. Our </a:t>
            </a:r>
            <a:r>
              <a:rPr lang="en-US" sz="1050" err="1">
                <a:solidFill>
                  <a:srgbClr val="94A3B8"/>
                </a:solidFill>
                <a:latin typeface="Calibri"/>
                <a:cs typeface="Calibri"/>
              </a:rPr>
              <a:t>Next.js</a:t>
            </a:r>
            <a:r>
              <a:rPr lang="en-US" sz="1050">
                <a:solidFill>
                  <a:srgbClr val="94A3B8"/>
                </a:solidFill>
                <a:latin typeface="Calibri"/>
                <a:cs typeface="Calibri"/>
              </a:rPr>
              <a:t> frontend calls the .NET API, the API reads from Gold views, Gold references Silver models, and Silver cleans what Bronze ingested from </a:t>
            </a:r>
            <a:r>
              <a:rPr lang="en-US" sz="1050" err="1">
                <a:solidFill>
                  <a:srgbClr val="94A3B8"/>
                </a:solidFill>
                <a:latin typeface="Calibri"/>
                <a:cs typeface="Calibri"/>
              </a:rPr>
              <a:t>CoinGecko</a:t>
            </a:r>
            <a:r>
              <a:rPr lang="en-US" sz="1050">
                <a:solidFill>
                  <a:srgbClr val="94A3B8"/>
                </a:solidFill>
                <a:latin typeface="Calibri"/>
                <a:cs typeface="Calibri"/>
              </a:rPr>
              <a:t>. That understanding across the whole system makes you a better collaborator and a faster debugger.</a:t>
            </a:r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F79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9319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03120" y="3794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Accelerates, Understanding Anchors</a:t>
            </a:r>
            <a:endParaRPr lang="en-US" sz="1600"/>
          </a:p>
        </p:txBody>
      </p:sp>
      <p:sp>
        <p:nvSpPr>
          <p:cNvPr id="21" name="Text 16"/>
          <p:cNvSpPr/>
          <p:nvPr/>
        </p:nvSpPr>
        <p:spPr>
          <a:xfrm>
            <a:off x="2103120" y="41605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and AI assistants accelerated development, but you still need to understand what the code does to debug and extend it. 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&amp; Recommendations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 and what we'd change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" cy="960120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365760" cy="365760"/>
          </a:xfrm>
          <a:prstGeom prst="rect">
            <a:avLst/>
          </a:prstGeom>
          <a:noFill/>
        </p:spPr>
      </p:pic>
      <p:sp>
        <p:nvSpPr>
          <p:cNvPr id="8" name="Text 5"/>
          <p:cNvSpPr/>
          <p:nvPr/>
        </p:nvSpPr>
        <p:spPr>
          <a:xfrm>
            <a:off x="1600200" y="1481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Project Structure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1600200" y="1828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Building a real product end-to-end with each week building a new layer on top of the past was the best way to learn — the curriculum forced us to face real practical challenges and ship, not just study theory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2514600"/>
            <a:ext cx="64008" cy="96012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572893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Curriculum ↔ Requirements</a:t>
            </a:r>
            <a:endParaRPr lang="en-US" sz="1600"/>
          </a:p>
        </p:txBody>
      </p:sp>
      <p:sp>
        <p:nvSpPr>
          <p:cNvPr id="14" name="Text 10"/>
          <p:cNvSpPr/>
          <p:nvPr/>
        </p:nvSpPr>
        <p:spPr>
          <a:xfrm>
            <a:off x="1600200" y="2971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Some weekly prompts had gaps between what was written and what was actually expected (ex: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cron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job requirement for data ingestion -&gt; bronze but not mentioned for bronze -&gt; silver) — clearer acceptance criteria would reduce guesswork and confusion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64008" cy="960120"/>
          </a:xfrm>
          <a:prstGeom prst="rect">
            <a:avLst/>
          </a:prstGeom>
          <a:solidFill>
            <a:srgbClr val="4169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86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704463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72A"/>
                </a:solidFill>
                <a:latin typeface="Arial"/>
                <a:cs typeface="Arial"/>
              </a:rPr>
              <a:t>More lessons with experts in each subfield</a:t>
            </a:r>
          </a:p>
        </p:txBody>
      </p:sp>
      <p:sp>
        <p:nvSpPr>
          <p:cNvPr id="19" name="Text 14"/>
          <p:cNvSpPr/>
          <p:nvPr/>
        </p:nvSpPr>
        <p:spPr>
          <a:xfrm>
            <a:off x="1600200" y="4114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ea typeface="Calibri"/>
                <a:cs typeface="Calibri"/>
              </a:rPr>
              <a:t>It'd be great to have more overviews/lessons with experts for each of the week's topics like a lesson on Frontend, .NET backend, DBT data layer and AI agents so that we can learn the best practices and avoid common mistakes from their years of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1371600"/>
            <a:ext cx="4572000" cy="4572000"/>
          </a:xfrm>
          <a:prstGeom prst="ellipse">
            <a:avLst/>
          </a:prstGeom>
          <a:solidFill>
            <a:srgbClr val="F7931A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169E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Time</a:t>
            </a:r>
            <a:endParaRPr lang="en-US" sz="520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in action</a:t>
            </a:r>
            <a:endParaRPr lang="en-US" sz="20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08152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 pulling from CoinGecko</a:t>
            </a:r>
            <a:endParaRPr lang="en-US" sz="13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5387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 with grounded tool calls</a:t>
            </a:r>
            <a:endParaRPr lang="en-US" sz="13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9959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918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UI → API → Gold → Silver → Bronze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F7931A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770185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731520" y="2499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CoinSight  ·  Agility Partners Cohort  ·  2026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Macintosh PowerPoint</Application>
  <PresentationFormat>On-screen Show (16:9)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CoinSight - Crypto Dashboard</dc:title>
  <dc:subject>PptxGenJS Presentation</dc:subject>
  <dc:creator>Nick Camacho</dc:creator>
  <cp:lastModifiedBy>Nicholas Camacho</cp:lastModifiedBy>
  <cp:revision>1</cp:revision>
  <dcterms:created xsi:type="dcterms:W3CDTF">2026-03-03T18:28:58Z</dcterms:created>
  <dcterms:modified xsi:type="dcterms:W3CDTF">2026-03-04T13:52:45Z</dcterms:modified>
</cp:coreProperties>
</file>